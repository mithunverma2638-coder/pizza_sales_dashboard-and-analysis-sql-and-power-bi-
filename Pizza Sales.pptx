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6D060-4278-462C-8BE0-3F1A7ACE7D5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FB393-1475-4543-8E04-EBF6E15C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8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Category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Pizza Names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Revenue by Month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Quantity by Size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stackedAreaChart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08c64ce-dddd-4f7c-b58a-f0c828e419a3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 ,card ,Revenue by Category ,Revenue by Pizza Names ,Revenue by Month ,Total Quantity by Size ,stackedAreaChart ,tableEx ,card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0"/>
            <a:ext cx="106299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61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Custom Design</vt:lpstr>
      <vt:lpstr>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Mithun Verma</cp:lastModifiedBy>
  <cp:revision>5</cp:revision>
  <dcterms:created xsi:type="dcterms:W3CDTF">2016-09-04T11:54:55Z</dcterms:created>
  <dcterms:modified xsi:type="dcterms:W3CDTF">2025-11-20T18:36:57Z</dcterms:modified>
</cp:coreProperties>
</file>